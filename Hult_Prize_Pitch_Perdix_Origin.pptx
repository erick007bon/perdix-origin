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371600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HULT PRIZE 2026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0" b="1">
                <a:solidFill>
                  <a:srgbClr val="FFFFFF"/>
                </a:solidFill>
              </a:defRPr>
            </a:pPr>
            <a:r>
              <a:t>Solving the Unseen.</a:t>
            </a:r>
            <a:br/>
            <a:r>
              <a:t>Scaling the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Dual AI Architecture for Global Healthcare (Alzheimer's) and Food Security (Banana Plagues).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0" b="1">
                <a:solidFill>
                  <a:srgbClr val="FFFFFF"/>
                </a:solidFill>
              </a:defRPr>
            </a:pPr>
            <a:r>
              <a:t>Two Planetary Crises.</a:t>
            </a:r>
            <a:br/>
            <a:r>
              <a:t>One Root Cause: Late Detection.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Healthcare (Alzheimer's)</a:t>
            </a:r>
          </a:p>
          <a:p>
            <a:br/>
            <a:pPr>
              <a:defRPr sz="1800">
                <a:solidFill>
                  <a:srgbClr val="B4B4B4"/>
                </a:solidFill>
              </a:defRPr>
            </a:pPr>
            <a:r>
              <a:t>• 55M+ Global dementia patients. Structural brain damage is irreversible by the time symptoms appear.</a:t>
            </a:r>
          </a:p>
          <a:p>
            <a:br/>
            <a:pPr>
              <a:defRPr sz="1800">
                <a:solidFill>
                  <a:srgbClr val="B4B4B4"/>
                </a:solidFill>
              </a:defRPr>
            </a:pPr>
            <a:r>
              <a:t>• 20% Misdiagnosis rate in standard health systems due to fragmented human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Food Security (Agro)</a:t>
            </a:r>
          </a:p>
          <a:p>
            <a:br/>
            <a:pPr>
              <a:defRPr sz="1800">
                <a:solidFill>
                  <a:srgbClr val="B4B4B4"/>
                </a:solidFill>
              </a:defRPr>
            </a:pPr>
            <a:r>
              <a:t>• TR4 Fusarium Wilt ravages global crops, destroying the livelihoods of developing nations.</a:t>
            </a:r>
          </a:p>
          <a:p>
            <a:br/>
            <a:pPr>
              <a:defRPr sz="1800">
                <a:solidFill>
                  <a:srgbClr val="B4B4B4"/>
                </a:solidFill>
              </a:defRPr>
            </a:pPr>
            <a:r>
              <a:t>• 100% Plantation loss occurs because farmers lack access to laboratory-grade phytopathology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Healthcare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0" b="1">
                <a:solidFill>
                  <a:srgbClr val="FFFFFF"/>
                </a:solidFill>
              </a:defRPr>
            </a:pPr>
            <a:r>
              <a:t>Perdix Vision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We engineered a Multimodal Diagnostic Orchestrator that fuses deep anatomy with clinical reality, matching the exact protocols of top-tier US laboratories (USC / Harvard).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1. The ADNI Pre-Processing Standard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t>Trained under the strict paradigms of the ADNI (IDA LONI). We utilize mathematically rigorous 3D tensor extraction directly from NIfTI MRI.</a:t>
            </a:r>
          </a:p>
          <a:p>
            <a:br/>
            <a:pPr>
              <a:defRPr b="1" sz="2000"/>
            </a:pPr>
            <a:r>
              <a:t>2. Late-Fusion Multivariate Architecture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t>Our AI organically fuses 128 deep Keras parameters perfectly intertwined with Patient Age, MMSE, and BMI through an XGBoost logic tree.</a:t>
            </a:r>
          </a:p>
        </p:txBody>
      </p:sp>
      <p:pic>
        <p:nvPicPr>
          <p:cNvPr id="6" name="Picture 5" descr="image_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200400"/>
            <a:ext cx="2926080" cy="14658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</a:defRPr>
            </a:pPr>
            <a:r>
              <a:t>AgroTech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Banana Disease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4ADE80"/>
                </a:solidFill>
              </a:defRPr>
            </a:pPr>
            <a:r>
              <a:t>99% TARGET ACCURACY      |      EDGE OFFLINE EXECUTION      |      &lt; 1s INFERENCE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Utilizing Convolutional Neural Networks to detect microscopic symptomatic patterns on banana leaves, stopping plagues like TR4 before they spread across borders and ensuring farmer sovereignty.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</a:defRPr>
            </a:pPr>
            <a:r>
              <a:t>Impact &amp; Business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0" b="1">
                <a:solidFill>
                  <a:srgbClr val="FFFFFF"/>
                </a:solidFill>
              </a:defRPr>
            </a:pPr>
            <a:r>
              <a:t>Sustainable B2B &amp; B2G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⚕️ Healthcare SaaS</a:t>
            </a:r>
          </a:p>
          <a:p>
            <a:br/>
            <a:pPr>
              <a:defRPr sz="1800">
                <a:solidFill>
                  <a:srgbClr val="B4B4B4"/>
                </a:solidFill>
              </a:defRPr>
            </a:pPr>
            <a:r>
              <a:t>Licensing the ADNI-Standard API directly to regional hospitals, clinics, and health-tech startups. Monetized per API-inference or via enterprise yearly licenses.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🌾 Agriculture B2G</a:t>
            </a:r>
          </a:p>
          <a:p>
            <a:br/>
            <a:pPr>
              <a:defRPr sz="1800">
                <a:solidFill>
                  <a:srgbClr val="B4B4B4"/>
                </a:solidFill>
              </a:defRPr>
            </a:pPr>
            <a:r>
              <a:t>Selling the Agronomic Edge Model to Ministries of Agriculture and large-scale farming conglomerates under preventative strategic contracts.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B4B4B4"/>
                </a:solidFill>
              </a:defRPr>
            </a:pPr>
            <a:r>
              <a:t>Both engines are unified mathematically under the Perdix Origin Platform infrastructure, maximizing server efficiency and reducing OPEX.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500" b="1">
                <a:solidFill>
                  <a:srgbClr val="FFFFFF"/>
                </a:solidFill>
              </a:defRPr>
            </a:pPr>
            <a:r>
              <a:t>The Engineering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Perdix Origin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Erick Zambrano</a:t>
            </a:r>
            <a:br/>
            <a:r>
              <a:t>Head of AI Architecture</a:t>
            </a:r>
          </a:p>
          <a:p>
            <a:br/>
            <a:pPr algn="ctr">
              <a:defRPr sz="2400" b="1"/>
            </a:pPr>
            <a:r>
              <a:t>Perdix Team</a:t>
            </a:r>
            <a:br/>
            <a:r>
              <a:t>Medical &amp; Agrotech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LIVE PRODUCTION ENGINE:</a:t>
            </a:r>
            <a:br/>
            <a:r>
              <a:t>https://ingenieria-platform.vercel.app/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